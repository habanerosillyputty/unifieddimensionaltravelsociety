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Continuum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Entropy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Gravity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Magnetic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Gravito-Magnetic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Shielding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Resonance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Spacecraft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Cargo Preservation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science-fiction concept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>Shaun Orris</dc:creator>
  <keywords/>
  <dc:description>generated using python-pptx</dc:description>
  <lastModifiedBy>Shaun Orris</lastModifiedBy>
  <revision>1</revision>
  <dcterms:created xsi:type="dcterms:W3CDTF">2026-07-03T18:29:59.5179281Z</dcterms:created>
  <dcterms:modified xsi:type="dcterms:W3CDTF">2026-07-03T18:29:59.5179281Z</dcterms:modified>
  <category/>
</coreProperties>
</file>